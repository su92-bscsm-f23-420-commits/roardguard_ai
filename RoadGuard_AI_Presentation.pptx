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ROADGUARD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Based Road Condition Classification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Image Classification  ·  MobileNetV2  ·  Streamlit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Semester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8321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73152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road inspection is slow, expensive, and inconsistent. Damaged roads lead to accidents, vehicle damage, and high maintenance costs. There is a clear need for an automated, scalable solution.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2004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Risk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and cracks increase accident probability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2004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surveys require significant time &amp; manpower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inspection is subjective and error-prone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54480"/>
            <a:ext cx="822960" cy="73152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373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642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938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binary image classification model to detect road damage from images.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377440"/>
            <a:ext cx="822960" cy="73152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60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487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7614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MobileNetV2 on a road damage dataset for efficient and accurate predictions.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00400"/>
            <a:ext cx="822960" cy="73152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101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5844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user-friendly Streamlit interface for real-time image upload and prediction.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23360"/>
            <a:ext cx="822960" cy="731520"/>
          </a:xfrm>
          <a:prstGeom prst="rect">
            <a:avLst/>
          </a:prstGeom>
          <a:solidFill>
            <a:srgbClr val="0D2545"/>
          </a:solidFill>
          <a:ln w="12700">
            <a:solidFill>
              <a:srgbClr val="0D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1330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Evaluation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44074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application publicly and evaluate performance using standard metrics.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10,198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4,530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DAMAGE Class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8321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&amp; Notes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Images:  3,156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Images:  3,157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DAMAGE class has significantly more samples than NO DAMAGE.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was considered during model evaluation and metric interpretation.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– MobileNetV2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MobileNetV2?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Lightweight &amp; efficient architecture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Ideal for deployment scenarios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Strong feature extraction capability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Good accuracy vs compute trade-off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Pre-trained on ImageNet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(224, 224, 3)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24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6243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(Binary)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008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3924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roadguard_final.keras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5448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76.17%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55448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31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94760" y="155448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85.63%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155448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69480" y="1554480"/>
            <a:ext cx="1645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82.13%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46120"/>
            <a:ext cx="8321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of 85.63% shows the model is effective at identifying actual damaged roads.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81.03% indicates most predicted damage cases are truly damaged.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is solid given class imbalance and real-world image complexity.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&amp;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upload any road image for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5448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DAMAGE or NO DAMAGE instantly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7889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78892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probability is displayed clearly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88920"/>
            <a:ext cx="73152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dark navy interface with cyan accents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Binary classification only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damage localization (no boxes)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severity or type detection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 class imbalance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Sensitive to lighting &amp; angle variation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 detection (YOLO / Faster R-CNN)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Multi-class damage types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Severity estimation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Larger balanced dataset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 + GPS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8321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54480"/>
            <a:ext cx="73152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RoadGuard AI successfully demonstrates how Deep Learning can automate road condition assessment.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fine-tuned MobileNetV2 model, the system achieves solid performance in detecting road damage. The Streamlit web application provides an accessible interface for real-time predictions.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current limitations exist, this project forms a strong foundation for more advanced road inspection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RoadGuard AI  ·  Deep Learning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RoadGuard AI – Project Presentation</dc:title>
  <dc:subject>Deep Learning Based Road Condition Classification</dc:subject>
  <dc:creator>RoadGuard AI Team</dc:creator>
  <cp:lastModifiedBy>RoadGuard AI Team</cp:lastModifiedBy>
  <cp:revision>1</cp:revision>
  <dcterms:created xsi:type="dcterms:W3CDTF">2026-10-30T10:58:20Z</dcterms:created>
  <dcterms:modified xsi:type="dcterms:W3CDTF">2026-10-30T10:58:20Z</dcterms:modified>
</cp:coreProperties>
</file>